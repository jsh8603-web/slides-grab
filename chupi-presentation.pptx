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3317712724-5tne2h6ngm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3317712955-i2at9mxezf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3317713168-dztn0eeqv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3317713370-t4ee3zlhuo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3317713568-6oqmzyk4m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3317713763-zk16oklod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3317713966-eps7cguyu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3317714151-jrkm58grtm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-1773317714486-yfkapvo8fy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2026-03-12T12:15:14Z</dcterms:created>
  <dcterms:modified xsi:type="dcterms:W3CDTF">2026-03-12T12:15:14Z</dcterms:modified>
</cp:coreProperties>
</file>